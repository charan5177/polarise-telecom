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292608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CLOUD TELEPHONY &amp; CRM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Polarise Telecom Technology</a:t>
            </a:r>
          </a:p>
          <a:p>
            <a:pPr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Intelligent Admissions Telecalling Engine &amp; Live Parent CRM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996696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Client: Polaris Educational Consultancy   •   Target Deployment: Vercel Production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Infrastructure: FastAPI Serverless (Python 3.12)  |  Vite + React Frontend  |  Exotel Voice PBX Trunk</a:t>
            </a:r>
          </a:p>
          <a:p>
            <a:pPr>
              <a:spcBef>
                <a:spcPts val="800"/>
              </a:spcBef>
              <a:defRPr sz="1100">
                <a:solidFill>
                  <a:srgbClr val="10B981"/>
                </a:solidFill>
              </a:defRPr>
            </a:pPr>
            <a:r>
              <a:t>Version: 1.0.0 Production Release  •  October 2026 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01 | The Business Challenge &amp; Polarise Solution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Transforming manual, vulnerable telecalling into a secure, carrier-bridged admissions powerhouse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The Challenge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 Unprotected Counselor Privacy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Counselors previously dialed parents from personal mobile numbers, resulting in unwanted callbacks and lost privacy.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 Lead Conflicts &amp; Duplication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Manual Excel sheets led to overlapping calls, duplicate inquiries, and student parent dissatisfaction.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 No Quality Supervision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Absence of call audio recordings made it impossible to evaluate counseling pitch compliance or resolve student disputes.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328416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79976" y="155448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Polarise Solution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 Virtual Caller ID Masking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Every outbound call displays the official Polaris virtual number (+918047190000), protecting staff confidentiality.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 Dedicated 100-200 Queues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Admin divides bulk student leads across 10 counselors with automated, collision-free queue allocation.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 Mandatory Call Dispositions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Structured call-wrap notes and outcome tracking (Interested, Callback, Admitted) ensure full pipeline visibility.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9976" y="1554480"/>
            <a:ext cx="3328416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8432" y="155448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Core Capabilities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 10-Digit Phone Number Guard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Strict front-end validation prevents dialing invalid or truncated student contact numbers.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 Admin Audio Recording Vault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Audio records every call automatically. Recordings are strictly restricted to administrators for quality compliance.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 Real-Time Agent Monitoring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Supervisors track live staff statuses (Available, On Call, Break, Wrap, Offline) in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28432" y="1554480"/>
            <a:ext cx="3328416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02 | Cloud Telephony Architecture &amp; TelephonyConfig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How the TelephonyConfig adapter bridges CRM clicks to real telecom voice 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Click-to-Call PBX Bridging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When a counselor clicks 'Initiate Call':</a:t>
            </a:r>
            <a:br/>
            <a:r>
              <a:t>1. Polarise backend invokes Exotel REST API.</a:t>
            </a:r>
            <a:br/>
            <a:r>
              <a:t>2. PBX first rings the counselor's phone / extension.</a:t>
            </a:r>
            <a:br/>
            <a:r>
              <a:t>3. As soon as the counselor answers, PBX dials the parent.</a:t>
            </a:r>
            <a:br/>
            <a:r>
              <a:t>4. Lines bridge seamlessly with 0 setup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2. Virtual Number Masking (Caller ID)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Institutional Privacy Protection:</a:t>
            </a:r>
            <a:br/>
            <a:r>
              <a:t>• Outbound Caller ID: +918047190000 (Polaris Virtual Number).</a:t>
            </a:r>
            <a:br/>
            <a:r>
              <a:t>• Counselor personal numbers are completely shielded.</a:t>
            </a:r>
            <a:br/>
            <a:r>
              <a:t>• Parents recognize official consultancy branding.</a:t>
            </a:r>
            <a:br/>
            <a:r>
              <a:t>• Eliminates personal off-hours phone disturbance.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1206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Dual-Mode Telephony Engine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Seamless Toggle between Environments:</a:t>
            </a:r>
            <a:br/>
            <a:r>
              <a:t>• Demo Sandbox Mode: Generates synthetic WAV waveforms &amp; simulated call states for risk-free staff training at $0.</a:t>
            </a:r>
            <a:br/>
            <a:r>
              <a:t>• Live Exotel Mode: Full carrier integration via Account SID, API Key, Token, and Subdomain with 1-click admin toggle.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4. Webhooks &amp; Call Forwarding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Automated Carrier Synchronization:</a:t>
            </a:r>
            <a:br/>
            <a:r>
              <a:t>• Webhook receiver (/api/telephony/webhooks/exotel) updates call duration, recording URLs, and status without polling.</a:t>
            </a:r>
            <a:br/>
            <a:r>
              <a:t>• Call Forwarding: Inbound parent calls route to available counselors or designated priority desks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023360"/>
            <a:ext cx="512064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03 | User Roles &amp; Daily Operational Workflows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Role-based separation of concerns between Admissions Counselors and Administrative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Admissions Counselor Portal (10 Staff)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✔  Dedicated Lead Pipeline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Counselors receive 100 to 200 student leads assigned by admin. They only see their own queue with zero cross-leakage.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✔  10-Digit Phone Number Guard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Strict validation blocks accidental dialing if input numbers exceed or lack 10 digits.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✔  Click-to-Dial &amp; Active Call Timer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Instant carrier connection with live duration timer and parent profile details displayed onscreen.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✔  Mandatory Call-Wrap Notes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Requires counselors to record student interest and choose call disposition before moving to the next lead.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✔  Strict Audio Privacy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Call recordings are completely hidden from employees to ensure compliance and institutional governance.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Operations &amp; Admin Command (3 Roles)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✔  Live Agent Supervision Board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Real-time indicators showing available, on-call, wrap-up, and offline counselors with live extension monitoring.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✔  Bulk Excel Lead Ingestion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Uploads hundreds of leads via .xlsx/.csv, automatically strips cost/pricing, and distributes 100-200 leads to selected counselors.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✔  Audio Recordings Vault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Secure audio station featuring HTML5 audio player with waveform scrubber to review counselor pitch quality.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✔  Day / Week / Month Analytics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Dynamic telemetry computed from real call logs with multi-colored bar charts and chromatic gradient spline curves.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✔  Locked Profile Security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Admins can lock employee accounts; locked profiles display a bold 'Contact Administrator' security blocker on login.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120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04 | Production Deployment &amp; Business Impact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Verified live deployment on Vercel with measurable operational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100%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Phone Privacy — Zero counselor personal numbers exposed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46304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0D9488"/>
                </a:solidFill>
              </a:defRPr>
            </a:pPr>
            <a:r>
              <a:t>0 Leads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Collision / Conflict — Strict isolated counselor allocations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46304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3x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Calling Throughput — Click-to-call PBX eliminates dial lag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46304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A855F7"/>
                </a:solidFill>
              </a:defRPr>
            </a:pPr>
            <a:r>
              <a:t>100%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Call Auditing — Secure admin audio vault archiving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Live Production Infrastructure &amp; Master Access</a:t>
            </a:r>
          </a:p>
          <a:p>
            <a:pPr>
              <a:spcBef>
                <a:spcPts val="700"/>
              </a:spcBef>
              <a:defRPr sz="1100">
                <a:solidFill>
                  <a:srgbClr val="94A3B8"/>
                </a:solidFill>
              </a:defRPr>
            </a:pPr>
            <a:r>
              <a:t>•  Live Web Application URL:  https://polarise-telecom.vercel.app  (Vercel Edge Global CDN • SSL Secured)</a:t>
            </a:r>
          </a:p>
          <a:p>
            <a:pPr>
              <a:spcBef>
                <a:spcPts val="700"/>
              </a:spcBef>
              <a:defRPr sz="1100">
                <a:solidFill>
                  <a:srgbClr val="94A3B8"/>
                </a:solidFill>
              </a:defRPr>
            </a:pPr>
            <a:r>
              <a:t>•  Synchronized GitHub Repository:  https://github.com/charan5177/polarise-telecom  (Continuous Deployment Pipeline)</a:t>
            </a:r>
          </a:p>
          <a:p>
            <a:pPr>
              <a:spcBef>
                <a:spcPts val="700"/>
              </a:spcBef>
              <a:defRPr sz="1100">
                <a:solidFill>
                  <a:srgbClr val="94A3B8"/>
                </a:solidFill>
              </a:defRPr>
            </a:pPr>
            <a:r>
              <a:t>•  Backend Serverless Health:  https://polarise-telecom.vercel.app/api/health  (FastAPI • 200 OK Active)</a:t>
            </a:r>
          </a:p>
          <a:p>
            <a:pPr>
              <a:spcBef>
                <a:spcPts val="700"/>
              </a:spcBef>
              <a:defRPr sz="1100">
                <a:solidFill>
                  <a:srgbClr val="94A3B8"/>
                </a:solidFill>
              </a:defRPr>
            </a:pPr>
            <a:r>
              <a:t>•  Super Administrator Login:  admin1@polarisedu.in  |  Password: Polaris@2026</a:t>
            </a:r>
          </a:p>
          <a:p>
            <a:pPr>
              <a:spcBef>
                <a:spcPts val="700"/>
              </a:spcBef>
              <a:defRPr sz="1100">
                <a:solidFill>
                  <a:srgbClr val="94A3B8"/>
                </a:solidFill>
              </a:defRPr>
            </a:pPr>
            <a:r>
              <a:t>•  Operations Administrator Login:  admin2@polarisedu.in  |  Password: Polaris@2026</a:t>
            </a:r>
          </a:p>
          <a:p>
            <a:pPr>
              <a:spcBef>
                <a:spcPts val="700"/>
              </a:spcBef>
              <a:defRPr sz="1100">
                <a:solidFill>
                  <a:srgbClr val="94A3B8"/>
                </a:solidFill>
              </a:defRPr>
            </a:pPr>
            <a:r>
              <a:t>•  Admissions Counselor Logins:  emp01@polarisedu.in through emp10@polarisedu.in  |  Password: Polaris@2026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